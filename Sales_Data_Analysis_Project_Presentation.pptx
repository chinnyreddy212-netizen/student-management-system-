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Data Analysis and Visualization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data analysis helps understand business performance and identify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monthly revenue</a:t>
            </a:r>
          </a:p>
          <a:p>
            <a:r>
              <a:t>• Compare product categories</a:t>
            </a:r>
          </a:p>
          <a:p>
            <a:r>
              <a:t>• Study regional distribution</a:t>
            </a:r>
          </a:p>
          <a:p>
            <a:r>
              <a:t>• Evaluate sales representative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Revenue, Product Categories, Regional Shares, and Sales Representative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overall from 45k in January to 110k in December.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Category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had the highest sales volume, followed by Apparel.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Revenue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America contributed the highest share (40%).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Representative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Diana and Bob exceeded targets; Alice and Charlie were slightly below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showed strong growth, with Electronics and North America driving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real-time data, dashboards, forecasting models, and database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